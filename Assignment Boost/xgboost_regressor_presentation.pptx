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7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XGBoost</a:t>
            </a:r>
            <a:r>
              <a:rPr dirty="0"/>
              <a:t> Regressor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Extreme Gradient Boosting for Regression</a:t>
            </a:r>
          </a:p>
          <a:p>
            <a:endParaRPr dirty="0"/>
          </a:p>
          <a:p>
            <a:r>
              <a:rPr lang="en-US" dirty="0"/>
              <a:t>Sankar </a:t>
            </a:r>
            <a:r>
              <a:rPr lang="en-US" dirty="0" err="1"/>
              <a:t>Jeevarathina</a:t>
            </a:r>
            <a:r>
              <a:rPr dirty="0"/>
              <a:t> | </a:t>
            </a:r>
            <a:r>
              <a:rPr lang="en-US" dirty="0"/>
              <a:t>3/20/2026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XGBoost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Powerful gradient boosting algorithm</a:t>
            </a:r>
          </a:p>
          <a:p>
            <a:r>
              <a:rPr dirty="0"/>
              <a:t>Optimized for speed &amp; performance</a:t>
            </a:r>
          </a:p>
          <a:p>
            <a:r>
              <a:rPr dirty="0"/>
              <a:t>Handles missing values</a:t>
            </a:r>
          </a:p>
          <a:p>
            <a:r>
              <a:rPr dirty="0"/>
              <a:t>Regularization prevents overfitting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Mechanism (Flow)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Start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Compute Residuals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Train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Update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Repeat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Boosting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Each new tree learns residual errors (gradients)</a:t>
            </a:r>
          </a:p>
          <a:p>
            <a:r>
              <a:t>Focus shifts to reducing previous mistakes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28600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Pros:</a:t>
            </a:r>
          </a:p>
          <a:p>
            <a:r>
              <a:t>High performance</a:t>
            </a:r>
          </a:p>
          <a:p>
            <a:r>
              <a:t>Handles large data</a:t>
            </a:r>
          </a:p>
          <a:p>
            <a:endParaRPr/>
          </a:p>
          <a:p>
            <a:r>
              <a:t>Cons:</a:t>
            </a:r>
          </a:p>
          <a:p>
            <a:r>
              <a:t>Complex tuning</a:t>
            </a:r>
          </a:p>
          <a:p>
            <a:r>
              <a:t>Can overfit if not tuned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</Words>
  <Application>Microsoft Office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XGBoost Regressor</vt:lpstr>
      <vt:lpstr>Introduction to XGBoost</vt:lpstr>
      <vt:lpstr>Working Mechanism (Flow)</vt:lpstr>
      <vt:lpstr>Gradient Boosting Concept</vt:lpstr>
      <vt:lpstr>Advantages &amp; Limitations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Banupriya Natarajan</dc:creator>
  <cp:keywords/>
  <dc:description>generated using python-pptx</dc:description>
  <cp:lastModifiedBy>sankar.jeevarathinam@gmail.com</cp:lastModifiedBy>
  <cp:revision>2</cp:revision>
  <dcterms:created xsi:type="dcterms:W3CDTF">2013-01-27T09:14:16Z</dcterms:created>
  <dcterms:modified xsi:type="dcterms:W3CDTF">2026-03-20T16:48:26Z</dcterms:modified>
  <cp:category/>
</cp:coreProperties>
</file>