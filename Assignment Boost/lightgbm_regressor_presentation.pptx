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LightGBM</a:t>
            </a:r>
            <a:r>
              <a:rPr dirty="0"/>
              <a:t> (LGBM) Regressor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Light Gradient Boosting Machine</a:t>
            </a:r>
          </a:p>
          <a:p>
            <a:endParaRPr dirty="0"/>
          </a:p>
          <a:p>
            <a:r>
              <a:rPr lang="en-US" dirty="0"/>
              <a:t>Sankar </a:t>
            </a:r>
            <a:r>
              <a:rPr lang="en-US" dirty="0" err="1"/>
              <a:t>Jeevarathinam</a:t>
            </a:r>
            <a:r>
              <a:rPr dirty="0"/>
              <a:t> | </a:t>
            </a:r>
            <a:r>
              <a:rPr lang="en-US" dirty="0"/>
              <a:t>3/20/2026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LightGBM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and efficient gradient boosting</a:t>
            </a:r>
          </a:p>
          <a:p>
            <a:r>
              <a:t>Uses histogram-based learning</a:t>
            </a:r>
          </a:p>
          <a:p>
            <a:r>
              <a:t>Leaf-wise tree growth</a:t>
            </a:r>
          </a:p>
          <a:p>
            <a:r>
              <a:t>Handles large datasets efficiently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Mechanism (Flow)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Load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Initialize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Compute Gradients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Grow Tree (Leaf-wise)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Gradient-based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Focus on data points with higher gradients</a:t>
            </a:r>
          </a:p>
          <a:p>
            <a:r>
              <a:t>Leaf-wise splits reduce loss more efficiently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1168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0896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20624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0352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Pros:</a:t>
            </a:r>
          </a:p>
          <a:p>
            <a:r>
              <a:t>Very fast</a:t>
            </a:r>
          </a:p>
          <a:p>
            <a:r>
              <a:t>High accuracy</a:t>
            </a:r>
          </a:p>
          <a:p>
            <a:endParaRPr/>
          </a:p>
          <a:p>
            <a:r>
              <a:t>Cons:</a:t>
            </a:r>
          </a:p>
          <a:p>
            <a:r>
              <a:t>Overfitting risk (leaf-wise)</a:t>
            </a:r>
          </a:p>
          <a:p>
            <a:r>
              <a:t>Sensitive to parameters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LightGBM (LGBM) Regressor</vt:lpstr>
      <vt:lpstr>Introduction to LightGBM</vt:lpstr>
      <vt:lpstr>Working Mechanism (Flow)</vt:lpstr>
      <vt:lpstr>Gradient-based Learning</vt:lpstr>
      <vt:lpstr>Advantages &amp; 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Banupriya Natarajan</dc:creator>
  <cp:keywords/>
  <dc:description>generated using python-pptx</dc:description>
  <cp:lastModifiedBy>sankar.jeevarathinam@gmail.com</cp:lastModifiedBy>
  <cp:revision>2</cp:revision>
  <dcterms:created xsi:type="dcterms:W3CDTF">2013-01-27T09:14:16Z</dcterms:created>
  <dcterms:modified xsi:type="dcterms:W3CDTF">2026-03-20T16:51:12Z</dcterms:modified>
  <cp:category/>
</cp:coreProperties>
</file>