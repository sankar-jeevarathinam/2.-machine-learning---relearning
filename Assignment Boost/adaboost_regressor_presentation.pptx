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Regressor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Ensemble Learning for Regression</a:t>
            </a:r>
          </a:p>
          <a:p>
            <a:endParaRPr dirty="0"/>
          </a:p>
          <a:p>
            <a:r>
              <a:rPr lang="en-US" dirty="0"/>
              <a:t>Sankar </a:t>
            </a:r>
            <a:r>
              <a:rPr lang="en-US" dirty="0" err="1"/>
              <a:t>Jeevarathinam</a:t>
            </a:r>
            <a:r>
              <a:rPr dirty="0"/>
              <a:t> | </a:t>
            </a:r>
            <a:r>
              <a:rPr lang="en-US" dirty="0"/>
              <a:t>3/20/2026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AdaBoost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Adaptive Boosting</a:t>
            </a:r>
          </a:p>
          <a:p>
            <a:r>
              <a:rPr dirty="0"/>
              <a:t>Combines weak learners</a:t>
            </a:r>
          </a:p>
          <a:p>
            <a:r>
              <a:rPr dirty="0"/>
              <a:t>Iterative error correction</a:t>
            </a:r>
          </a:p>
          <a:p>
            <a:r>
              <a:rPr dirty="0"/>
              <a:t>Focus on hard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Mechanism (Flow)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Initialize Weights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Train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Calculate Error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8288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Repeat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 Update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Mis-predicted points get higher weights</a:t>
            </a:r>
          </a:p>
          <a:p>
            <a:r>
              <a:t>Correct predictions get lower weights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731520" cy="73152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2860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657600" y="2743200"/>
            <a:ext cx="731520" cy="73152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29200" y="2743200"/>
            <a:ext cx="731520" cy="73152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0" y="2743200"/>
            <a:ext cx="731520" cy="731520"/>
          </a:xfrm>
          <a:prstGeom prst="ellipse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Pros:</a:t>
            </a:r>
          </a:p>
          <a:p>
            <a:r>
              <a:rPr dirty="0"/>
              <a:t>High accuracy</a:t>
            </a:r>
          </a:p>
          <a:p>
            <a:endParaRPr dirty="0"/>
          </a:p>
          <a:p>
            <a:r>
              <a:rPr dirty="0"/>
              <a:t>Cons:</a:t>
            </a:r>
          </a:p>
          <a:p>
            <a:r>
              <a:rPr dirty="0"/>
              <a:t>Sensitive to noise</a:t>
            </a:r>
          </a:p>
          <a:p>
            <a:r>
              <a:rPr dirty="0"/>
              <a:t>Sequential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66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AdaBoost Regressor</vt:lpstr>
      <vt:lpstr>Introduction to AdaBoost</vt:lpstr>
      <vt:lpstr>Working Mechanism (Flow)</vt:lpstr>
      <vt:lpstr>Weights Update Concept</vt:lpstr>
      <vt:lpstr>Advantages &amp; Limitations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Banupriya Natarajan</dc:creator>
  <cp:keywords/>
  <dc:description>generated using python-pptx</dc:description>
  <cp:lastModifiedBy>sankar.jeevarathinam@gmail.com</cp:lastModifiedBy>
  <cp:revision>2</cp:revision>
  <dcterms:created xsi:type="dcterms:W3CDTF">2013-01-27T09:14:16Z</dcterms:created>
  <dcterms:modified xsi:type="dcterms:W3CDTF">2026-03-20T16:43:54Z</dcterms:modified>
  <cp:category/>
</cp:coreProperties>
</file>